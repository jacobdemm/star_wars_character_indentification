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81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5686" y="4787800"/>
            <a:ext cx="45698" cy="4569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340085" y="1190167"/>
            <a:ext cx="29123" cy="29123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94296" y="2145663"/>
            <a:ext cx="47878" cy="47878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9766" y="474582"/>
            <a:ext cx="32180" cy="32180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75540" y="1020173"/>
            <a:ext cx="49884" cy="4988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34049" y="4074821"/>
            <a:ext cx="43875" cy="43875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61497" y="1279660"/>
            <a:ext cx="22365" cy="22365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19743" y="3733632"/>
            <a:ext cx="33919" cy="33919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08295" y="4312536"/>
            <a:ext cx="24628" cy="2462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13997" y="436898"/>
            <a:ext cx="33228" cy="33228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98472" y="1118126"/>
            <a:ext cx="41076" cy="41076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04288" y="4620271"/>
            <a:ext cx="35236" cy="3523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30394" y="873642"/>
            <a:ext cx="43421" cy="43421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45038" y="1214912"/>
            <a:ext cx="22708" cy="22708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381" y="1147834"/>
            <a:ext cx="22349" cy="22349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5046" y="3768649"/>
            <a:ext cx="23219" cy="23219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8769" y="2963703"/>
            <a:ext cx="25535" cy="25535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63664" y="4755754"/>
            <a:ext cx="32568" cy="32568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06890" y="2297302"/>
            <a:ext cx="42852" cy="428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26429" y="2791087"/>
            <a:ext cx="29581" cy="29581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3386" y="1151835"/>
            <a:ext cx="47255" cy="47255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9567" y="3513506"/>
            <a:ext cx="46063" cy="46063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44975" y="221306"/>
            <a:ext cx="32621" cy="32621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41151" y="166015"/>
            <a:ext cx="27027" cy="27027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99491" y="3200976"/>
            <a:ext cx="24482" cy="24482"/>
          </a:xfrm>
          <a:prstGeom prst="ellipse">
            <a:avLst/>
          </a:prstGeom>
          <a:solidFill>
            <a:srgbClr val="FFFFFF">
              <a:alpha val="4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72960" y="3354169"/>
            <a:ext cx="21033" cy="21033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86220" y="1365145"/>
            <a:ext cx="54609" cy="54609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05501" y="3486681"/>
            <a:ext cx="50022" cy="50022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11370" y="944743"/>
            <a:ext cx="32142" cy="32142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379385" y="3200622"/>
            <a:ext cx="29811" cy="29811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43842" y="781100"/>
            <a:ext cx="20750" cy="20750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60591" y="208047"/>
            <a:ext cx="49354" cy="49354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534674" y="1745629"/>
            <a:ext cx="18793" cy="18793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81009" y="1799567"/>
            <a:ext cx="50231" cy="50231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13336" y="1404322"/>
            <a:ext cx="34085" cy="34085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543620" y="907916"/>
            <a:ext cx="29823" cy="29823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172513" y="1820915"/>
            <a:ext cx="40350" cy="4035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39411" y="4275848"/>
            <a:ext cx="37792" cy="37792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75789" y="1377250"/>
            <a:ext cx="31923" cy="31923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84748" y="411441"/>
            <a:ext cx="47683" cy="47683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697493" y="106936"/>
            <a:ext cx="40507" cy="40507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29788" y="3988793"/>
            <a:ext cx="24745" cy="24745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32734" y="3187529"/>
            <a:ext cx="50905" cy="50905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130493" y="3471864"/>
            <a:ext cx="49252" cy="49252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237053" y="820950"/>
            <a:ext cx="24956" cy="24956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06665" y="4236464"/>
            <a:ext cx="43773" cy="43773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659257" y="2698865"/>
            <a:ext cx="21284" cy="21284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90564" y="1515562"/>
            <a:ext cx="41029" cy="41029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18628" y="1263799"/>
            <a:ext cx="22552" cy="22552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10830" y="1031430"/>
            <a:ext cx="30159" cy="30159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604673" y="1517432"/>
            <a:ext cx="24682" cy="24682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629895" y="353931"/>
            <a:ext cx="54463" cy="54463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63836" y="4568724"/>
            <a:ext cx="52199" cy="52199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995869" y="1426076"/>
            <a:ext cx="47208" cy="47208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737442" y="4821491"/>
            <a:ext cx="18506" cy="18506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177253" y="2872543"/>
            <a:ext cx="33579" cy="33579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421242" y="4541975"/>
            <a:ext cx="37877" cy="37877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548344" y="3542629"/>
            <a:ext cx="20393" cy="20393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455447" y="2322054"/>
            <a:ext cx="39404" cy="39404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214267" y="1747268"/>
            <a:ext cx="42130" cy="4213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979408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869680" y="0"/>
            <a:ext cx="109728" cy="5143500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Long Time Ago in a Dataset Far, Far Away…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Wars Character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D700"/>
                </a:solidFill>
                <a:latin typeface="Georgia" pitchFamily="34" charset="0"/>
              </a:rPr>
              <a:t>Identification</a:t>
            </a:r>
            <a:endParaRPr lang="en-US" sz="4200" dirty="0"/>
          </a:p>
        </p:txBody>
      </p:sp>
      <p:sp>
        <p:nvSpPr>
          <p:cNvPr id="69" name="Text 67"/>
          <p:cNvSpPr/>
          <p:nvPr/>
        </p:nvSpPr>
        <p:spPr>
          <a:xfrm>
            <a:off x="274320" y="26816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By: Jacob Demmons</a:t>
            </a:r>
          </a:p>
        </p:txBody>
      </p:sp>
      <p:sp>
        <p:nvSpPr>
          <p:cNvPr id="72" name="Text 70"/>
          <p:cNvSpPr/>
          <p:nvPr/>
        </p:nvSpPr>
        <p:spPr>
          <a:xfrm>
            <a:off x="914400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91440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2926080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77" name="Text 75"/>
          <p:cNvSpPr/>
          <p:nvPr/>
        </p:nvSpPr>
        <p:spPr>
          <a:xfrm>
            <a:off x="292608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937760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1" name="Text 79"/>
          <p:cNvSpPr/>
          <p:nvPr/>
        </p:nvSpPr>
        <p:spPr>
          <a:xfrm>
            <a:off x="493776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949440" y="2907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5" name="Text 83"/>
          <p:cNvSpPr/>
          <p:nvPr/>
        </p:nvSpPr>
        <p:spPr>
          <a:xfrm>
            <a:off x="694944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"May the Machine Learning Be With You"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1292" y="300435"/>
            <a:ext cx="37747" cy="37747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39622" y="2286119"/>
            <a:ext cx="34813" cy="34813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42672" y="1331903"/>
            <a:ext cx="19532" cy="1953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39767" y="4070973"/>
            <a:ext cx="26414" cy="26414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461" y="4025141"/>
            <a:ext cx="49378" cy="49378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50503" y="4677891"/>
            <a:ext cx="44572" cy="44572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85420" y="2700356"/>
            <a:ext cx="22123" cy="22123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96936" y="1479060"/>
            <a:ext cx="53527" cy="53527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38462" y="4635583"/>
            <a:ext cx="31093" cy="31093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4864" y="4065287"/>
            <a:ext cx="30050" cy="30050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711352" y="1281365"/>
            <a:ext cx="52482" cy="52482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1250" y="2526931"/>
            <a:ext cx="53002" cy="5300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23812" y="3423372"/>
            <a:ext cx="21255" cy="21255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50458" y="3063050"/>
            <a:ext cx="34762" cy="3476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12315" y="4393886"/>
            <a:ext cx="19411" cy="19411"/>
          </a:xfrm>
          <a:prstGeom prst="ellipse">
            <a:avLst/>
          </a:prstGeom>
          <a:solidFill>
            <a:srgbClr val="FFFFFF">
              <a:alpha val="6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90233" y="48553"/>
            <a:ext cx="37734" cy="37734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24391" y="1914263"/>
            <a:ext cx="24450" cy="24450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08939" y="4251371"/>
            <a:ext cx="35790" cy="3579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04670" y="7114"/>
            <a:ext cx="21751" cy="21751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2467" y="2181983"/>
            <a:ext cx="51523" cy="51523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70350" y="461795"/>
            <a:ext cx="45801" cy="45801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8807" y="3061403"/>
            <a:ext cx="39726" cy="39726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45098" y="960753"/>
            <a:ext cx="31435" cy="31435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53798" y="4537027"/>
            <a:ext cx="45265" cy="45265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136384" y="1349448"/>
            <a:ext cx="20662" cy="20662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96670" y="1859453"/>
            <a:ext cx="27750" cy="27750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07185" y="1090683"/>
            <a:ext cx="29276" cy="29276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11525" y="3995985"/>
            <a:ext cx="24255" cy="24255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17259" y="2593101"/>
            <a:ext cx="22497" cy="22497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702423" y="4290850"/>
            <a:ext cx="22130" cy="22130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548640" cy="5486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6" name="Shape 33"/>
          <p:cNvSpPr/>
          <p:nvPr/>
        </p:nvSpPr>
        <p:spPr>
          <a:xfrm>
            <a:off x="243006" y="1225457"/>
            <a:ext cx="3931920" cy="347472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274320" y="1188720"/>
            <a:ext cx="39319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114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Goal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1148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classifier that can identify which Star Wars character spoke a given line of dialogue.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"I am your father" → predict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Darth Vader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114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1148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937760" y="1188720"/>
            <a:ext cx="3931920" cy="347472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937760" y="1188720"/>
            <a:ext cx="393192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0749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Pipeline at a Glance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074920" y="1819656"/>
            <a:ext cx="256032" cy="25603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07492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</a:rPr>
              <a:t>1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440680" y="17830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each script and convert into one csv file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074920" y="229514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074920" y="2295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</a:rPr>
              <a:t>2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440680" y="22585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text, remove stop words, and remove characters under 50 total lines in SQL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074920" y="2770632"/>
            <a:ext cx="256032" cy="25603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07492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</a:rPr>
              <a:t>3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440680" y="27340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clean SQL dataset into Python and create a TF-IDF vectorizer with 5000 features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074920" y="324612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507492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</a:rPr>
              <a:t>4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440680" y="32095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(80/20, stratified)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074920" y="3721608"/>
            <a:ext cx="256032" cy="25603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07492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</a:rPr>
              <a:t>5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440680" y="36850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classifiers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074920" y="419709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07492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</a:rPr>
              <a:t>6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5440680" y="41605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visualizations showing the results with the report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DE14D4-F992-A54D-0FC9-A513111B7A1A}"/>
              </a:ext>
            </a:extLst>
          </p:cNvPr>
          <p:cNvSpPr txBox="1"/>
          <p:nvPr/>
        </p:nvSpPr>
        <p:spPr>
          <a:xfrm>
            <a:off x="421935" y="3363699"/>
            <a:ext cx="31596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Download scripts from both online PDFs and csv files from Kaggle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5791" y="2439797"/>
            <a:ext cx="20439" cy="20439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698676" y="2912019"/>
            <a:ext cx="37235" cy="37235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947342" y="3930261"/>
            <a:ext cx="42461" cy="42461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02614" y="3589021"/>
            <a:ext cx="43787" cy="43787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53898" y="2307276"/>
            <a:ext cx="37570" cy="37570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2687" y="3111983"/>
            <a:ext cx="50947" cy="50947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63987" y="948549"/>
            <a:ext cx="42612" cy="42612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11201" y="3890538"/>
            <a:ext cx="40745" cy="40745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4429" y="3792506"/>
            <a:ext cx="43461" cy="43461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80309" y="2380632"/>
            <a:ext cx="18548" cy="18548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82861" y="1593770"/>
            <a:ext cx="31504" cy="31504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04755" y="398918"/>
            <a:ext cx="40011" cy="40011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03716" y="1481166"/>
            <a:ext cx="50689" cy="50689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19172" y="911730"/>
            <a:ext cx="25012" cy="25012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44910" y="3883358"/>
            <a:ext cx="20257" cy="20257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13130" y="603230"/>
            <a:ext cx="41632" cy="41632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40256" y="665941"/>
            <a:ext cx="23032" cy="23032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22488" y="1035226"/>
            <a:ext cx="26326" cy="26326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0831" y="447137"/>
            <a:ext cx="24340" cy="24340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34692" y="2855660"/>
            <a:ext cx="26853" cy="26853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6698" y="1854561"/>
            <a:ext cx="40586" cy="40586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05018" y="4778078"/>
            <a:ext cx="22541" cy="22541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59782" y="4095021"/>
            <a:ext cx="24947" cy="24947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000071" y="2840020"/>
            <a:ext cx="49547" cy="49547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67453" y="4827986"/>
            <a:ext cx="53814" cy="53814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548640" cy="548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31" name="Shape 28"/>
          <p:cNvSpPr/>
          <p:nvPr/>
        </p:nvSpPr>
        <p:spPr>
          <a:xfrm>
            <a:off x="228600" y="1143000"/>
            <a:ext cx="4160520" cy="169164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28600" y="1143000"/>
            <a:ext cx="4160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93192" y="1271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1. Load from SQL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93192" y="165506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SQLite database and pulled all dialogue rows. Merged duplicate "JAR" → "JAR JAR" entries.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73752" y="1271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2. Filter Characters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873752" y="165506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only characters with ≥ 50 lines. Dropped SHMI and WATTO after analysis. Final set: 20 characters.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228600" y="2834640"/>
            <a:ext cx="4160520" cy="169164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28600" y="2834640"/>
            <a:ext cx="416052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93192" y="2962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3. Text Cleaning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393192" y="334670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Lowercased, removed punctuation/numbers, stripped extra whitespace, and removed English stopwords.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709160" y="2834640"/>
            <a:ext cx="4160520" cy="169164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709160" y="2834640"/>
            <a:ext cx="4160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73752" y="2962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4. Label Encoding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4873752" y="334670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sklearn LabelEncoder to map each character name to a numeric class. Applied full display names (e.g. "Darth Vader").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2825" y="2089151"/>
            <a:ext cx="45340" cy="45340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64676" y="4445094"/>
            <a:ext cx="21740" cy="21740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4291" y="4219865"/>
            <a:ext cx="40223" cy="40223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2764" y="2998490"/>
            <a:ext cx="31578" cy="31578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71865" y="2831172"/>
            <a:ext cx="27799" cy="27799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38400" y="69794"/>
            <a:ext cx="53259" cy="53259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60764" y="2310702"/>
            <a:ext cx="39430" cy="39430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31780" y="1834862"/>
            <a:ext cx="30341" cy="30341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31349" y="2289352"/>
            <a:ext cx="53402" cy="53402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12324" y="3690233"/>
            <a:ext cx="31669" cy="31669"/>
          </a:xfrm>
          <a:prstGeom prst="ellipse">
            <a:avLst/>
          </a:prstGeom>
          <a:solidFill>
            <a:srgbClr val="FFFFFF">
              <a:alpha val="4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59409" y="3760130"/>
            <a:ext cx="49068" cy="49068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27853" y="2044164"/>
            <a:ext cx="50415" cy="50415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2397" y="459798"/>
            <a:ext cx="47109" cy="47109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20767" y="751679"/>
            <a:ext cx="40909" cy="40909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70528" y="3270565"/>
            <a:ext cx="48345" cy="48345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69361" y="1651491"/>
            <a:ext cx="47306" cy="47306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21787" y="1002994"/>
            <a:ext cx="26651" cy="26651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1306" y="900959"/>
            <a:ext cx="26839" cy="26839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60520" y="4670605"/>
            <a:ext cx="49231" cy="49231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4787" y="4313861"/>
            <a:ext cx="47549" cy="47549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59432" y="861231"/>
            <a:ext cx="41153" cy="4115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21931" y="81721"/>
            <a:ext cx="24518" cy="24518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81801" y="4099526"/>
            <a:ext cx="35359" cy="35359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56087" y="400793"/>
            <a:ext cx="35118" cy="35118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59681" y="2958179"/>
            <a:ext cx="38945" cy="38945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548640" cy="548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&amp; Results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20-Character Model Comparison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48813"/>
              </p:ext>
            </p:extLst>
          </p:nvPr>
        </p:nvGraphicFramePr>
        <p:xfrm>
          <a:off x="274320" y="1508760"/>
          <a:ext cx="8595360" cy="1389888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b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interpretable, baseline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Non-linear, ensemble power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SVC</a:t>
                      </a:r>
                      <a:endParaRPr lang="en-US" sz="1300" b="1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b="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margin separation for text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29"/>
          <p:cNvSpPr/>
          <p:nvPr/>
        </p:nvSpPr>
        <p:spPr>
          <a:xfrm>
            <a:off x="274320" y="3108960"/>
            <a:ext cx="85953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Focused Model — 8 Distinctive Characters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Linear SVC on 8 linguistically unique characters: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57200" y="3913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Yoda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" y="4114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Jar Jar Binks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457200" y="4315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C-3PO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7200" y="4517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 Dooku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4754880" y="3913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Mace Windu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754880" y="4114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Darth Vader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4754880" y="4315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R2-D2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4754880" y="4517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Bail Organa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21792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Accuracy improved to 73%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5188" y="3414550"/>
            <a:ext cx="26119" cy="26119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1499" y="4503633"/>
            <a:ext cx="22162" cy="22162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81236" y="636755"/>
            <a:ext cx="20000" cy="20000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1275" y="3465336"/>
            <a:ext cx="37857" cy="37857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26638" y="2712145"/>
            <a:ext cx="25145" cy="25145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62011" y="4423820"/>
            <a:ext cx="35610" cy="35610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4814" y="3880648"/>
            <a:ext cx="31952" cy="31952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33804" y="385516"/>
            <a:ext cx="21927" cy="2192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32464" y="3603407"/>
            <a:ext cx="44649" cy="44649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31144" y="2525415"/>
            <a:ext cx="46174" cy="46174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86633" y="726018"/>
            <a:ext cx="46134" cy="46134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71802" y="2115039"/>
            <a:ext cx="49980" cy="49980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29643" y="4201871"/>
            <a:ext cx="31241" cy="31241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216" y="2989415"/>
            <a:ext cx="24660" cy="246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43628" y="1677035"/>
            <a:ext cx="46542" cy="4654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76033" y="2295474"/>
            <a:ext cx="40489" cy="40489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79194" y="2806520"/>
            <a:ext cx="37366" cy="37366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62145" y="567985"/>
            <a:ext cx="22502" cy="22502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33092" y="1009193"/>
            <a:ext cx="51167" cy="51167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44660" y="1265288"/>
            <a:ext cx="45144" cy="451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98504" y="2884461"/>
            <a:ext cx="31035" cy="31035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34090" y="615665"/>
            <a:ext cx="20186" cy="20186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59434" y="2653847"/>
            <a:ext cx="33324" cy="33324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432" y="1137917"/>
            <a:ext cx="41779" cy="41779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443" y="2148998"/>
            <a:ext cx="25535" cy="25535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30884" y="506558"/>
            <a:ext cx="26045" cy="26045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60886" y="334093"/>
            <a:ext cx="21946" cy="21946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22812" y="3091408"/>
            <a:ext cx="49397" cy="49397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67583" y="4298154"/>
            <a:ext cx="24470" cy="2447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32036" y="808311"/>
            <a:ext cx="50839" cy="50839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361903" y="1379943"/>
            <a:ext cx="40853" cy="40853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7564" y="3832929"/>
            <a:ext cx="38655" cy="38655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59424" y="3384555"/>
            <a:ext cx="34212" cy="34212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69063" y="3276297"/>
            <a:ext cx="48322" cy="48322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9572" y="45094"/>
            <a:ext cx="40335" cy="40335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448"/>
            <a:ext cx="548640" cy="54864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Predictions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274320" y="10789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lines tested against the model: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0D1F1A"/>
          </a:solidFill>
          <a:ln w="12700">
            <a:solidFill>
              <a:srgbClr val="1A5C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02920" y="1572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am your father"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94360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Darth Vader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366760" y="1554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274320" y="2157984"/>
            <a:ext cx="8595360" cy="594360"/>
          </a:xfrm>
          <a:prstGeom prst="rect">
            <a:avLst/>
          </a:prstGeom>
          <a:solidFill>
            <a:srgbClr val="0D1F1A"/>
          </a:solidFill>
          <a:ln w="12700">
            <a:solidFill>
              <a:srgbClr val="1A5C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02920" y="22494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 or do not, there is no try"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94360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Yoda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8366760" y="22311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274320" y="2834640"/>
            <a:ext cx="8595360" cy="594360"/>
          </a:xfrm>
          <a:prstGeom prst="rect">
            <a:avLst/>
          </a:prstGeom>
          <a:solidFill>
            <a:srgbClr val="1F0D0D"/>
          </a:solidFill>
          <a:ln w="12700">
            <a:solidFill>
              <a:srgbClr val="5C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02920" y="2926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"May the Force be with you"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59436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Han Solo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366760" y="2907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274320" y="3511296"/>
            <a:ext cx="8595360" cy="594360"/>
          </a:xfrm>
          <a:prstGeom prst="rect">
            <a:avLst/>
          </a:prstGeom>
          <a:solidFill>
            <a:srgbClr val="0D1F1A"/>
          </a:solidFill>
          <a:ln w="12700">
            <a:solidFill>
              <a:srgbClr val="1A5C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502920" y="36027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"Oh my, this is quite dangerous"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5943600" y="3602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C-3PO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8366760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274320" y="4187952"/>
            <a:ext cx="8595360" cy="594360"/>
          </a:xfrm>
          <a:prstGeom prst="rect">
            <a:avLst/>
          </a:prstGeom>
          <a:solidFill>
            <a:srgbClr val="0D1F1A"/>
          </a:solidFill>
          <a:ln w="12700">
            <a:solidFill>
              <a:srgbClr val="1A5C3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02920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"Mesa so excited to be here"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594360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Jar Jar Binks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8366760" y="42611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'May the Force be with you' is said by many characters — ambiguity is expected.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0818" y="3761407"/>
            <a:ext cx="32090" cy="32090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51551" y="84189"/>
            <a:ext cx="51552" cy="51552"/>
          </a:xfrm>
          <a:prstGeom prst="ellipse">
            <a:avLst/>
          </a:prstGeom>
          <a:solidFill>
            <a:srgbClr val="FFFFFF">
              <a:alpha val="6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65497" y="2230765"/>
            <a:ext cx="28623" cy="28623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42978" y="98219"/>
            <a:ext cx="51568" cy="51568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18641" y="2048429"/>
            <a:ext cx="21070" cy="21070"/>
          </a:xfrm>
          <a:prstGeom prst="ellipse">
            <a:avLst/>
          </a:prstGeom>
          <a:solidFill>
            <a:srgbClr val="FFFFFF">
              <a:alpha val="6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03067" y="1848159"/>
            <a:ext cx="26108" cy="26108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30044" y="214921"/>
            <a:ext cx="31659" cy="31659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56303" y="4087365"/>
            <a:ext cx="20341" cy="20341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9431" y="4692092"/>
            <a:ext cx="20151" cy="20151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419" y="3626761"/>
            <a:ext cx="37471" cy="37471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5499" y="908578"/>
            <a:ext cx="47040" cy="47040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01295" y="2092420"/>
            <a:ext cx="45461" cy="45461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049" y="2249000"/>
            <a:ext cx="18450" cy="18450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01012" y="2520833"/>
            <a:ext cx="29885" cy="29885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40994" y="3044074"/>
            <a:ext cx="50755" cy="50755"/>
          </a:xfrm>
          <a:prstGeom prst="ellipse">
            <a:avLst/>
          </a:prstGeom>
          <a:solidFill>
            <a:srgbClr val="FFFFFF">
              <a:alpha val="6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04555" y="242207"/>
            <a:ext cx="45836" cy="45836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58473" y="4239017"/>
            <a:ext cx="50964" cy="509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96436" y="2667564"/>
            <a:ext cx="48075" cy="48075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53807" y="2689482"/>
            <a:ext cx="45783" cy="45783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25878" y="4838831"/>
            <a:ext cx="48007" cy="48007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78228" y="4455446"/>
            <a:ext cx="45104" cy="45104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30537" y="2467584"/>
            <a:ext cx="41313" cy="41313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533" y="2678772"/>
            <a:ext cx="52599" cy="52599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09561" y="447045"/>
            <a:ext cx="44244" cy="44244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8679" y="1952215"/>
            <a:ext cx="51884" cy="5188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594" y="3295994"/>
            <a:ext cx="31933" cy="31933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34638" y="4551576"/>
            <a:ext cx="43089" cy="43089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07600" y="3527722"/>
            <a:ext cx="25448" cy="25448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19254" y="4074782"/>
            <a:ext cx="37310" cy="37310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72601" y="159672"/>
            <a:ext cx="25433" cy="25433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8694" y="1133772"/>
            <a:ext cx="53795" cy="53795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08105" y="4586847"/>
            <a:ext cx="30932" cy="30932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75300" y="4793692"/>
            <a:ext cx="54812" cy="54812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94039" y="193662"/>
            <a:ext cx="42320" cy="423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105952" y="4001063"/>
            <a:ext cx="24543" cy="24543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066360" y="3319657"/>
            <a:ext cx="20531" cy="20531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327655" y="3781311"/>
            <a:ext cx="43723" cy="43723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20269" y="234824"/>
            <a:ext cx="24633" cy="24633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2256" y="3220822"/>
            <a:ext cx="29829" cy="29829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418959" y="2498907"/>
            <a:ext cx="40809" cy="40809"/>
          </a:xfrm>
          <a:prstGeom prst="ellipse">
            <a:avLst/>
          </a:prstGeom>
          <a:solidFill>
            <a:srgbClr val="FFFFFF">
              <a:alpha val="39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"/>
            <a:ext cx="685800" cy="6858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6" name="Shape 43"/>
          <p:cNvSpPr/>
          <p:nvPr/>
        </p:nvSpPr>
        <p:spPr>
          <a:xfrm>
            <a:off x="2286000" y="1325880"/>
            <a:ext cx="4572000" cy="45720"/>
          </a:xfrm>
          <a:prstGeom prst="rect">
            <a:avLst/>
          </a:prstGeom>
          <a:solidFill>
            <a:srgbClr val="FFD7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320040" y="1554480"/>
            <a:ext cx="4160520" cy="150876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320040" y="1554480"/>
            <a:ext cx="4160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02920" y="1700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Each Model Showed Similar Accuracy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02920" y="2103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SVC, Logistic Regression, and Random Forest all had relatively low-dimensional TF-IDF text features.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754880" y="1554480"/>
            <a:ext cx="4160520" cy="150876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4754880" y="1554480"/>
            <a:ext cx="416052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937760" y="1700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Character Voice is Learnable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937760" y="2103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like Yoda, Jar Jar, and C-3PO have such distinct speech patterns the model identifies them reliably.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320040" y="3200400"/>
            <a:ext cx="4160520" cy="150876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320040" y="3200400"/>
            <a:ext cx="4160520" cy="64008"/>
          </a:xfrm>
          <a:prstGeom prst="rect">
            <a:avLst/>
          </a:prstGeom>
          <a:solidFill>
            <a:srgbClr val="3A7BD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502920" y="3346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Focus Boosts Accuracy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50292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from 20 → 8 distinctive characters raised accuracy from 39% → 73%, showing class confusion was the bottleneck.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754880" y="3200400"/>
            <a:ext cx="4160520" cy="1508760"/>
          </a:xfrm>
          <a:prstGeom prst="rect">
            <a:avLst/>
          </a:prstGeom>
          <a:solidFill>
            <a:srgbClr val="1E1E42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4754880" y="3200400"/>
            <a:ext cx="41605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4937760" y="3346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Ambiguity Remains a Challenge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493776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phrases like 'May the Force be with you' are shared widely — contextual models (BERT) could help.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533</Words>
  <Application>Microsoft Office PowerPoint</Application>
  <PresentationFormat>On-screen Show (16:9)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 Wars Character Prediction — ML Project</dc:title>
  <dc:subject>PptxGenJS Presentation</dc:subject>
  <dc:creator>PptxGenJS</dc:creator>
  <cp:lastModifiedBy>Demmons, Jacob</cp:lastModifiedBy>
  <cp:revision>2</cp:revision>
  <dcterms:created xsi:type="dcterms:W3CDTF">2026-04-05T17:53:31Z</dcterms:created>
  <dcterms:modified xsi:type="dcterms:W3CDTF">2026-04-07T03:59:06Z</dcterms:modified>
</cp:coreProperties>
</file>